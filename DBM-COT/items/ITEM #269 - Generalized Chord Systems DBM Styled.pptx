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napToObjects="1">
      <p:cViewPr varScale="1">
        <p:scale>
          <a:sx n="131" d="100"/>
          <a:sy n="131" d="100"/>
        </p:scale>
        <p:origin x="16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0000"/>
                </a:solidFill>
              </a:rPr>
              <a:t>Generalized Chord Systems (GCS)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0000"/>
                </a:solidFill>
              </a:rPr>
              <a:t>CCC Alignment × Pointer Messaging × Tacit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2560320" cy="2926080"/>
          </a:xfrm>
          <a:prstGeom prst="roundRect">
            <a:avLst/>
          </a:prstGeom>
          <a:solidFill>
            <a:srgbClr val="DCEBFC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0000"/>
                </a:solidFill>
              </a:rPr>
              <a:t>Pointer Signals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Gaze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Idiom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Short instruction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Low-bandwidth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645920"/>
            <a:ext cx="2560320" cy="2926080"/>
          </a:xfrm>
          <a:prstGeom prst="roundRect">
            <a:avLst/>
          </a:prstGeom>
          <a:solidFill>
            <a:srgbClr val="E2F2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0000"/>
                </a:solidFill>
              </a:rPr>
              <a:t>Shared CCC Space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Common conventions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Common history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Structural priors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DBM differential-tree CCC memory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2560320" cy="2926080"/>
          </a:xfrm>
          <a:prstGeom prst="roundRect">
            <a:avLst/>
          </a:prstGeom>
          <a:solidFill>
            <a:srgbClr val="FFF0DC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0000"/>
                </a:solidFill>
              </a:rPr>
              <a:t>Meaning Reconstruction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Target direction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Commitment decision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Algorithm selection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High-dimensional meaning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0"/>
            <a:ext cx="2743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0"/>
            <a:ext cx="2743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" y="4754880"/>
            <a:ext cx="8229600" cy="109728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t>Meaning = Decode(pointer, CCC)</a:t>
            </a:r>
          </a:p>
          <a:p>
            <a:pPr algn="ctr">
              <a:defRPr sz="1800">
                <a:solidFill>
                  <a:srgbClr val="000000"/>
                </a:solidFill>
              </a:defRPr>
            </a:pPr>
            <a:r>
              <a:t>|signal| &lt;&lt; |meaning|</a:t>
            </a:r>
          </a:p>
          <a:p>
            <a:pPr algn="ctr">
              <a:defRPr sz="1800">
                <a:solidFill>
                  <a:srgbClr val="000000"/>
                </a:solidFill>
              </a:defRPr>
            </a:pPr>
            <a:r>
              <a:t>Tacit Intelligence ≈ CCC overlap density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</Words>
  <Application>Microsoft Macintosh PowerPoint</Application>
  <PresentationFormat>On-screen Show (4:3)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Sizhe Tan</cp:lastModifiedBy>
  <cp:revision>1</cp:revision>
  <dcterms:created xsi:type="dcterms:W3CDTF">2013-01-27T09:14:16Z</dcterms:created>
  <dcterms:modified xsi:type="dcterms:W3CDTF">2026-02-15T21:38:17Z</dcterms:modified>
  <cp:category/>
</cp:coreProperties>
</file>