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000000"/>
                </a:solidFill>
              </a:rPr>
              <a:t>Generalized Chord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>
                <a:solidFill>
                  <a:srgbClr val="000000"/>
                </a:solidFill>
              </a:rPr>
              <a:t>CCC Alignment × Pointer Messaging × Tacit Intelligence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743200"/>
            <a:ext cx="3200400" cy="1828800"/>
          </a:xfrm>
          <a:prstGeom prst="roundRect">
            <a:avLst/>
          </a:prstGeom>
          <a:solidFill>
            <a:srgbClr val="DCEB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00000"/>
                </a:solidFill>
              </a:rPr>
              <a:t>Pointer Signals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0" y="2743200"/>
            <a:ext cx="3200400" cy="1828800"/>
          </a:xfrm>
          <a:prstGeom prst="roundRect">
            <a:avLst/>
          </a:prstGeom>
          <a:solidFill>
            <a:srgbClr val="E2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00000"/>
                </a:solidFill>
              </a:rPr>
              <a:t>Shared CCC Space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2743200"/>
            <a:ext cx="3200400" cy="1828800"/>
          </a:xfrm>
          <a:prstGeom prst="roundRect">
            <a:avLst/>
          </a:prstGeom>
          <a:solidFill>
            <a:srgbClr val="FFF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000000"/>
                </a:solidFill>
              </a:rPr>
              <a:t>Meaning Reconstruction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